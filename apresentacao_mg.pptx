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Representações Celulares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Esfera Geodésica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6459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40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Geométrica — IMPA 2026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Luiz Henrique de Figueiredo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486400" y="2377440"/>
            <a:ext cx="329184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Fevereiro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1 — Representações Celulares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Função implícita f(x,y)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 ≤ 0 → dentro  |  f = 0 → fronteira  |  f &gt; 0 → fora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Classificação via TVI (Bolzano)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Avalia f nos 4 cantos da célula.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Sinais mistos → fronteira cruza a célula.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Uniforme vs. Adaptativa (Quadtree)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Uniforme: grade N×N (1024 células)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Adaptativa: refina só fronteira (583 células)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 43% menos células, melhor resolução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868680"/>
            <a:ext cx="4572000" cy="20116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71800"/>
            <a:ext cx="4572000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834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c=(0.3, 0.4), r=0.21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38912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Parábola y ≥ x² + c, c = 0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57200" y="4389120"/>
            <a:ext cx="228600" cy="16459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43525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Dentro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463040" y="4389120"/>
            <a:ext cx="228600" cy="164592"/>
          </a:xfrm>
          <a:prstGeom prst="rect">
            <a:avLst/>
          </a:prstGeom>
          <a:solidFill>
            <a:srgbClr val="74B9FF"/>
          </a:solidFill>
          <a:ln/>
        </p:spPr>
      </p:sp>
      <p:sp>
        <p:nvSpPr>
          <p:cNvPr id="12" name="Text 8"/>
          <p:cNvSpPr/>
          <p:nvPr/>
        </p:nvSpPr>
        <p:spPr>
          <a:xfrm>
            <a:off x="1737360" y="43525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Fora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286000" y="4389120"/>
            <a:ext cx="228600" cy="164592"/>
          </a:xfrm>
          <a:prstGeom prst="rect">
            <a:avLst/>
          </a:prstGeom>
          <a:solidFill>
            <a:srgbClr val="FFEAA7"/>
          </a:solidFill>
          <a:ln/>
        </p:spPr>
      </p:sp>
      <p:sp>
        <p:nvSpPr>
          <p:cNvPr id="14" name="Text 10"/>
          <p:cNvSpPr/>
          <p:nvPr/>
        </p:nvSpPr>
        <p:spPr>
          <a:xfrm>
            <a:off x="2560320" y="4352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Fronteira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2 — Esfera Geodésica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Subdivisão 1→4 + Projeção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Cada triângulo ABC: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D=(A+B)/2, E=(B+C)/2, F=(A+C)/2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Normaliza: D ← D/‖D‖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 4 subtriângulos na esfera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Tabela Hash (vértices)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Chave = coordenadas arredondadas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Evita duplicatas em arestas compartilhadas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Garante V − E + F = 2 (Euler)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Qualidade (3 níveis)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Tetraedro: razão áreas = 6.52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Octaedro: razão = 2.09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Icosaedro: razão = 1.29 ✓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868680"/>
            <a:ext cx="475488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0" y="265176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Evolução: Icosaedro nível 0 → 3 (12→642 vértices, 20→1280 faces)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880360"/>
            <a:ext cx="475488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4919472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Tetraedro vs. Octaedro vs. Icosaedro (3 subdivisões)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65760" y="4434840"/>
            <a:ext cx="3474720" cy="548640"/>
          </a:xfrm>
          <a:prstGeom prst="rect">
            <a:avLst>
              <a:gd name="adj" fmla="val 16667"/>
            </a:avLst>
          </a:prstGeom>
          <a:solidFill>
            <a:srgbClr val="F0F3F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4622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Saída: </a:t>
            </a:r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formato Wavefront OBJ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esfera_icosaedro.obj  |  esfera_octaedro.obj  |  esfera_tetraedro.obj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Representacoes Celulares e Esfera Geodesica</dc:title>
  <dc:subject>PptxGenJS Presentation</dc:subject>
  <dc:creator>Modelagem Geometrica IMPA 2026</dc:creator>
  <cp:lastModifiedBy>Modelagem Geometrica IMPA 2026</cp:lastModifiedBy>
  <cp:revision>1</cp:revision>
  <dcterms:created xsi:type="dcterms:W3CDTF">2026-02-02T10:38:44Z</dcterms:created>
  <dcterms:modified xsi:type="dcterms:W3CDTF">2026-02-02T10:38:44Z</dcterms:modified>
</cp:coreProperties>
</file>